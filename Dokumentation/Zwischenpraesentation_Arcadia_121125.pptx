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73" r:id="rId3"/>
    <p:sldId id="257" r:id="rId4"/>
    <p:sldId id="258" r:id="rId5"/>
    <p:sldId id="259" r:id="rId6"/>
    <p:sldId id="261" r:id="rId7"/>
    <p:sldId id="269" r:id="rId8"/>
    <p:sldId id="262" r:id="rId9"/>
    <p:sldId id="263" r:id="rId10"/>
    <p:sldId id="272" r:id="rId11"/>
    <p:sldId id="270" r:id="rId12"/>
    <p:sldId id="266" r:id="rId13"/>
    <p:sldId id="267" r:id="rId14"/>
    <p:sldId id="271" r:id="rId15"/>
  </p:sldIdLst>
  <p:sldSz cx="9144000" cy="5143500" type="screen16x9"/>
  <p:notesSz cx="6858000" cy="9144000"/>
  <p:embeddedFontLst>
    <p:embeddedFont>
      <p:font typeface="Proxima Nova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d72e53e9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d72e53e9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d72e53e95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d72e53e95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d72e53e95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d72e53e95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d72e53e9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d72e53e95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>
          <a:extLst>
            <a:ext uri="{FF2B5EF4-FFF2-40B4-BE49-F238E27FC236}">
              <a16:creationId xmlns:a16="http://schemas.microsoft.com/office/drawing/2014/main" id="{E3D6CECE-3EB8-5884-2B6C-BBD3307B6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d72e53e95_0_71:notes">
            <a:extLst>
              <a:ext uri="{FF2B5EF4-FFF2-40B4-BE49-F238E27FC236}">
                <a16:creationId xmlns:a16="http://schemas.microsoft.com/office/drawing/2014/main" id="{8F33D48D-B090-3F35-8E84-BCEB1F142C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d72e53e95_0_71:notes">
            <a:extLst>
              <a:ext uri="{FF2B5EF4-FFF2-40B4-BE49-F238E27FC236}">
                <a16:creationId xmlns:a16="http://schemas.microsoft.com/office/drawing/2014/main" id="{55FCF268-AEBD-3E0D-600A-1ADDA0B76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1121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1d72e53e95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1d72e53e95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d72e53e95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1d72e53e95_0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>
          <a:extLst>
            <a:ext uri="{FF2B5EF4-FFF2-40B4-BE49-F238E27FC236}">
              <a16:creationId xmlns:a16="http://schemas.microsoft.com/office/drawing/2014/main" id="{5FD05478-507C-E207-6EAC-C994F4A26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d72e53e95_0_113:notes">
            <a:extLst>
              <a:ext uri="{FF2B5EF4-FFF2-40B4-BE49-F238E27FC236}">
                <a16:creationId xmlns:a16="http://schemas.microsoft.com/office/drawing/2014/main" id="{F1A520C1-3C58-60C2-A75B-A14B276904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d72e53e95_0_113:notes">
            <a:extLst>
              <a:ext uri="{FF2B5EF4-FFF2-40B4-BE49-F238E27FC236}">
                <a16:creationId xmlns:a16="http://schemas.microsoft.com/office/drawing/2014/main" id="{29AF2F8A-2AAF-2819-485F-7E7144210A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4924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d72e53e95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d72e53e95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1d72e53e95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1d72e53e95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:a16="http://schemas.microsoft.com/office/drawing/2014/main" id="{4EB5E92B-CEE9-EEF8-A9D2-51A2C4568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>
            <a:extLst>
              <a:ext uri="{FF2B5EF4-FFF2-40B4-BE49-F238E27FC236}">
                <a16:creationId xmlns:a16="http://schemas.microsoft.com/office/drawing/2014/main" id="{29ECEB69-4256-E060-8B6B-A5A40FB07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>
            <a:extLst>
              <a:ext uri="{FF2B5EF4-FFF2-40B4-BE49-F238E27FC236}">
                <a16:creationId xmlns:a16="http://schemas.microsoft.com/office/drawing/2014/main" id="{4C834EEB-AA15-7180-5BCE-B9A71F5D2F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9091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pearmin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Arcadia</a:t>
            </a:r>
            <a:endParaRPr dirty="0"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Theiner Nicolas, Rüscher Gideon, Stojcevic Aleksandar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1596B-E818-4690-C979-5C79D5AE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Projekt Thema: Arcadia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0F8E23-AED3-D5A4-7E77-DAA53BCFE8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AT" dirty="0"/>
              <a:t>Entwicklung einer Online-Spielplattform (ähnlich wie </a:t>
            </a:r>
            <a:r>
              <a:rPr lang="de-AT" i="1" dirty="0" err="1"/>
              <a:t>CrazyGames</a:t>
            </a:r>
            <a:r>
              <a:rPr lang="de-AT" dirty="0"/>
              <a:t>)</a:t>
            </a:r>
          </a:p>
          <a:p>
            <a:r>
              <a:rPr lang="de-AT" dirty="0"/>
              <a:t>Implementierung eines </a:t>
            </a:r>
            <a:r>
              <a:rPr lang="de-AT" b="1" dirty="0"/>
              <a:t>User- und Punktesystems</a:t>
            </a:r>
            <a:endParaRPr lang="de-AT" dirty="0"/>
          </a:p>
          <a:p>
            <a:r>
              <a:rPr lang="de-AT" b="1" dirty="0"/>
              <a:t>Dashboard</a:t>
            </a:r>
            <a:r>
              <a:rPr lang="de-AT" dirty="0"/>
              <a:t> zur Anzeige von Ranglisten und Spielerstatistiken</a:t>
            </a:r>
          </a:p>
          <a:p>
            <a:r>
              <a:rPr lang="de-AT" b="1" dirty="0"/>
              <a:t>Spielebibliothek</a:t>
            </a:r>
            <a:r>
              <a:rPr lang="de-AT" dirty="0"/>
              <a:t> mit über </a:t>
            </a:r>
            <a:r>
              <a:rPr lang="de-AT" b="1" dirty="0"/>
              <a:t>20 Games</a:t>
            </a:r>
            <a:endParaRPr lang="de-AT" dirty="0"/>
          </a:p>
          <a:p>
            <a:endParaRPr lang="de-AT" dirty="0"/>
          </a:p>
        </p:txBody>
      </p:sp>
      <p:pic>
        <p:nvPicPr>
          <p:cNvPr id="5" name="Grafik 4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79D99C88-F49F-1EA9-E1AF-53C52A1C9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  <p:pic>
        <p:nvPicPr>
          <p:cNvPr id="7" name="Grafik 6" descr="Ein Bild, das Pixel, Symbol enthält.&#10;&#10;KI-generierte Inhalte können fehlerhaft sein.">
            <a:extLst>
              <a:ext uri="{FF2B5EF4-FFF2-40B4-BE49-F238E27FC236}">
                <a16:creationId xmlns:a16="http://schemas.microsoft.com/office/drawing/2014/main" id="{FB676B87-3F4F-573B-317C-2BCCE677C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154" y="1910391"/>
            <a:ext cx="2330210" cy="23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029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025 -0.00741 L -0.67743 0.07469 " pathEditMode="relative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6" presetClass="emph" presetSubtype="0" repeatCount="4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50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Projektteam / Einteilungen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Projektteam: Theiner Nicolas (PL), Rüscher Gideon, Stojcevic Aleksandar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Projektmanagement: Stojcevic Aleksandar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Design: Rüscher Gideon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Frontend: Theiner Nicolas, Rüscher Gideon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Spiele: Theiner Nicolas, Rüscher Gideo, Stojcevic Aleksandar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Backend: Stojcevic Aleksandar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 dirty="0"/>
              <a:t>Datenbankverwaltung: Stojcevic Aleksandar, Theiner Nicolas</a:t>
            </a:r>
            <a:endParaRPr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9A603CD4-B2AF-0D89-2DA9-E7AB794BE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Projektzwischenstand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Projektmanagement / Projektplanung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Status: in Bearbeitung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Beschreibung: Führung des Projekthandbuchs und Erstellung von Projektplänen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von: Stojcevic Aleksandar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am: sobald die Aufträge dafür erscheinen</a:t>
            </a:r>
            <a:endParaRPr sz="190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1BE2CB8-BAF6-5B72-5E24-3D1ADEF2C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Projektzwischenstand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Design: Mockups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Status: Erledigt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Beschreibung: Erstellung von groben Mockups</a:t>
            </a:r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von: Rüscher Gideon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am: 01.10.2025</a:t>
            </a:r>
            <a:endParaRPr sz="190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CCA7455A-8FB0-4547-4DDC-133230A99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Projektzwischenstand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Frontend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Status: in Bearbeitung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Beschreibung: Frontend Development mit React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von: Theiner Nicolas, Rüscher Gideon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am: 23.12.2025 (Projektabgabe)</a:t>
            </a:r>
            <a:endParaRPr sz="190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69AAAC97-4A30-13D8-2D6B-21CF071B0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>
          <a:extLst>
            <a:ext uri="{FF2B5EF4-FFF2-40B4-BE49-F238E27FC236}">
              <a16:creationId xmlns:a16="http://schemas.microsoft.com/office/drawing/2014/main" id="{9139ADAC-B694-48A9-032B-E992C21E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>
            <a:extLst>
              <a:ext uri="{FF2B5EF4-FFF2-40B4-BE49-F238E27FC236}">
                <a16:creationId xmlns:a16="http://schemas.microsoft.com/office/drawing/2014/main" id="{E36E95BF-BBC4-2928-B789-DD7E58F87A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Projektzwischenstand</a:t>
            </a:r>
            <a:endParaRPr/>
          </a:p>
        </p:txBody>
      </p:sp>
      <p:sp>
        <p:nvSpPr>
          <p:cNvPr id="90" name="Google Shape;90;p18">
            <a:extLst>
              <a:ext uri="{FF2B5EF4-FFF2-40B4-BE49-F238E27FC236}">
                <a16:creationId xmlns:a16="http://schemas.microsoft.com/office/drawing/2014/main" id="{1CED58FD-FAD2-A4DF-2516-FF8E38A7F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Spiele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Status: in Bearbeitung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Beschreibung: Erstellen der einzelnen Minispiele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von: Theiner Nicolas, Rüscher Gideon, Stojcevic Aleksandar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am: 23.12.2025 (Projektabgabe)</a:t>
            </a:r>
            <a:endParaRPr sz="190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DC5CBEB-0D73-2A33-219A-42DFB4974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82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Backend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Status: in Bearbeitung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Beschreibung: Backend Development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von: Stojcevic Aleksandar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am: 23.12.2025 (Projektabgabe)</a:t>
            </a:r>
            <a:endParaRPr sz="1900" dirty="0"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Projektzwischenstand</a:t>
            </a:r>
            <a:endParaRPr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2141FAE4-CBDF-FE7A-81A3-5253D7B4B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Datenbankverwaltung</a:t>
            </a:r>
            <a:endParaRPr sz="23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Status: in Bearbeitung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Beschreibung: Verwaltung Firebase-Datenbank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von: Stojcevic Aleksandar</a:t>
            </a:r>
            <a:endParaRPr sz="1900" dirty="0"/>
          </a:p>
          <a:p>
            <a:pPr marL="914400" lvl="1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de" sz="1900" dirty="0"/>
              <a:t>Erledigt am: 23.12.2025 (Projektabgabe)</a:t>
            </a:r>
            <a:endParaRPr sz="1900" dirty="0"/>
          </a:p>
        </p:txBody>
      </p:sp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Aktueller Projektzwischenstand</a:t>
            </a:r>
            <a:endParaRPr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E93861BA-6402-76E5-4E4E-FB8ACC025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4B2FD-0BD9-962D-BD49-10F7C6D0F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E6B427-B8FB-3268-574F-ED07ACFEB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A08E22C-BA40-94DF-5953-494F3DBBF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340" y="0"/>
            <a:ext cx="939676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988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>
          <a:extLst>
            <a:ext uri="{FF2B5EF4-FFF2-40B4-BE49-F238E27FC236}">
              <a16:creationId xmlns:a16="http://schemas.microsoft.com/office/drawing/2014/main" id="{572ED72A-D5E2-634D-0B1E-E01CE4360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>
            <a:extLst>
              <a:ext uri="{FF2B5EF4-FFF2-40B4-BE49-F238E27FC236}">
                <a16:creationId xmlns:a16="http://schemas.microsoft.com/office/drawing/2014/main" id="{01918932-75A9-E7DA-E728-5501E48C80E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Live-Demo</a:t>
            </a:r>
            <a:endParaRPr dirty="0"/>
          </a:p>
        </p:txBody>
      </p:sp>
      <p:sp>
        <p:nvSpPr>
          <p:cNvPr id="131" name="Google Shape;131;p25">
            <a:extLst>
              <a:ext uri="{FF2B5EF4-FFF2-40B4-BE49-F238E27FC236}">
                <a16:creationId xmlns:a16="http://schemas.microsoft.com/office/drawing/2014/main" id="{8BF6F4D5-FCB4-8F8D-DDD9-A125962EAB2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/>
              <a:t>Arcadia</a:t>
            </a:r>
          </a:p>
        </p:txBody>
      </p:sp>
    </p:spTree>
    <p:extLst>
      <p:ext uri="{BB962C8B-B14F-4D97-AF65-F5344CB8AC3E}">
        <p14:creationId xmlns:p14="http://schemas.microsoft.com/office/powerpoint/2010/main" val="967428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GitHub History</a:t>
            </a:r>
            <a:endParaRPr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9CC22A7-C610-00A5-3B15-0DC71A81E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7631" y="386575"/>
            <a:ext cx="1628738" cy="437034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D4C37561-FE68-8084-B1A6-EB269FA93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716" y="1128511"/>
            <a:ext cx="2715004" cy="28864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BC039145-C241-DF7C-196E-94F84CF4D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48" y="1128511"/>
            <a:ext cx="2936036" cy="32025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Weiteres Vorgehen</a:t>
            </a:r>
            <a:endParaRPr/>
          </a:p>
        </p:txBody>
      </p:sp>
      <p:sp>
        <p:nvSpPr>
          <p:cNvPr id="125" name="Google Shape;125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-DE" sz="2300" dirty="0"/>
              <a:t>Speichern der Highscores</a:t>
            </a: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-DE" sz="2300" dirty="0"/>
              <a:t>Fertigstellung der Spiele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Account-Management</a:t>
            </a: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In-Game-Währung einführen</a:t>
            </a:r>
            <a:endParaRPr sz="2300" dirty="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Fertigstellung der Projektpläne</a:t>
            </a: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de" sz="2300" dirty="0"/>
              <a:t>Optional: Integration von Echtgeldeinsatz</a:t>
            </a:r>
            <a:endParaRPr sz="2300" dirty="0"/>
          </a:p>
        </p:txBody>
      </p:sp>
      <p:pic>
        <p:nvPicPr>
          <p:cNvPr id="2" name="Grafik 1" descr="Ein Bild, das Text, Schrift, Grafiken, Logo enthält.&#10;&#10;KI-generierte Inhalte können fehlerhaft sein.">
            <a:extLst>
              <a:ext uri="{FF2B5EF4-FFF2-40B4-BE49-F238E27FC236}">
                <a16:creationId xmlns:a16="http://schemas.microsoft.com/office/drawing/2014/main" id="{6D1E6FFD-BF6F-349A-003D-4FF9D19A41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49" y="4240601"/>
            <a:ext cx="1224951" cy="8166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>
          <a:extLst>
            <a:ext uri="{FF2B5EF4-FFF2-40B4-BE49-F238E27FC236}">
              <a16:creationId xmlns:a16="http://schemas.microsoft.com/office/drawing/2014/main" id="{FE2FDD6F-A4A0-7D10-0D22-BA52293BE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DA25BBCB-F1E3-A15D-D1CF-B2635B54E0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Arcadia</a:t>
            </a:r>
            <a:endParaRPr dirty="0"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D5D6B0BB-B0FD-79CE-4973-D1584FE5851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Theiner Nicolas, Rüscher Gideon, Stojcevic Aleksandar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8176258"/>
      </p:ext>
    </p:extLst>
  </p:cSld>
  <p:clrMapOvr>
    <a:masterClrMapping/>
  </p:clrMapOvr>
</p:sld>
</file>

<file path=ppt/theme/theme1.xml><?xml version="1.0" encoding="utf-8"?>
<a:theme xmlns:a="http://schemas.openxmlformats.org/drawingml/2006/main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280</Words>
  <Application>Microsoft Office PowerPoint</Application>
  <PresentationFormat>Bildschirmpräsentation (16:9)</PresentationFormat>
  <Paragraphs>63</Paragraphs>
  <Slides>14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7" baseType="lpstr">
      <vt:lpstr>Proxima Nova</vt:lpstr>
      <vt:lpstr>Arial</vt:lpstr>
      <vt:lpstr>Spearmint</vt:lpstr>
      <vt:lpstr>Arcadia</vt:lpstr>
      <vt:lpstr>Projekt Thema: Arcadia</vt:lpstr>
      <vt:lpstr>Projektteam / Einteilungen</vt:lpstr>
      <vt:lpstr>Aktueller Projektzwischenstand</vt:lpstr>
      <vt:lpstr>Aktueller Projektzwischenstand</vt:lpstr>
      <vt:lpstr>Aktueller Projektzwischenstand</vt:lpstr>
      <vt:lpstr>Aktueller Projektzwischenstand</vt:lpstr>
      <vt:lpstr>Aktueller Projektzwischenstand</vt:lpstr>
      <vt:lpstr>Aktueller Projektzwischenstand</vt:lpstr>
      <vt:lpstr>PowerPoint-Präsentation</vt:lpstr>
      <vt:lpstr>Live-Demo</vt:lpstr>
      <vt:lpstr>GitHub History</vt:lpstr>
      <vt:lpstr>Weiteres Vorgehen</vt:lpstr>
      <vt:lpstr>Arcadia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Stojcevic Aleksandar</cp:lastModifiedBy>
  <cp:revision>7</cp:revision>
  <dcterms:modified xsi:type="dcterms:W3CDTF">2025-11-13T07:07:21Z</dcterms:modified>
</cp:coreProperties>
</file>